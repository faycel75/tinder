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672cc5c9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672cc5c95_2_7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672cc5c95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672cc5c95_2_8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72cc5c95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672cc5c95_2_9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72cc5c95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672cc5c95_2_97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72cc5c95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672cc5c95_2_10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72cc5c95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672cc5c95_2_11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72cc5c95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672cc5c95_2_11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672cc5c95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672cc5c95_2_12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 Dating avec Tinder – EDA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Objectif : comprendre ce qui donne envie d’un second rendez-vous.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38" name="Google Shape;1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342986" y="342900"/>
            <a:ext cx="6173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&amp; Méthodologie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342986" y="1371600"/>
            <a:ext cx="54879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8 000+ speed dates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Notes multiples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Nettoyage léger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Sélection variables clés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Analyse par sexe + impact réel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46" name="Google Shape;1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 des participants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Âges 20–35 ans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Répartition équilibrée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Taux global de match : X%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54" name="Google Shape;1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que les gens pensent important</a:t>
            </a:r>
            <a:endParaRPr sz="1100"/>
          </a:p>
        </p:txBody>
      </p:sp>
      <p:sp>
        <p:nvSpPr>
          <p:cNvPr id="156" name="Google Shape;156;p28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Hommes → attractivité + fun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Femmes → sincérité + intelligence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62" name="Google Shape;1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qui marche vraiment</a:t>
            </a:r>
            <a:endParaRPr sz="1100"/>
          </a:p>
        </p:txBody>
      </p:sp>
      <p:sp>
        <p:nvSpPr>
          <p:cNvPr id="164" name="Google Shape;164;p29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3 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Attractivité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Fun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Intérêts partagés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Interests vs Origine</a:t>
            </a:r>
            <a:endParaRPr sz="1100"/>
          </a:p>
        </p:txBody>
      </p:sp>
      <p:sp>
        <p:nvSpPr>
          <p:cNvPr id="172" name="Google Shape;172;p30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Même origine → faible impact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Intérêts partagés → impact fort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78" name="Google Shape;17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Auto-évaluation</a:t>
            </a:r>
            <a:endParaRPr sz="1100"/>
          </a:p>
        </p:txBody>
      </p:sp>
      <p:sp>
        <p:nvSpPr>
          <p:cNvPr id="180" name="Google Shape;180;p31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Corrélations faibles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surestimation / sous-estimation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6A00FF"/>
              </a:gs>
              <a:gs pos="100000">
                <a:srgbClr val="FF0080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5-11-19T17-35-13.262Z.png" id="186" name="Google Shape;1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702" y="137160"/>
            <a:ext cx="136776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2"/>
          <p:cNvSpPr txBox="1"/>
          <p:nvPr/>
        </p:nvSpPr>
        <p:spPr>
          <a:xfrm>
            <a:off x="342986" y="342900"/>
            <a:ext cx="61737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Recommandations pour Tinder</a:t>
            </a:r>
            <a:endParaRPr sz="1100"/>
          </a:p>
        </p:txBody>
      </p:sp>
      <p:sp>
        <p:nvSpPr>
          <p:cNvPr id="188" name="Google Shape;188;p32"/>
          <p:cNvSpPr txBox="1"/>
          <p:nvPr/>
        </p:nvSpPr>
        <p:spPr>
          <a:xfrm>
            <a:off x="342986" y="1371600"/>
            <a:ext cx="548777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Intérêts partagés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Adaptation genre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Coaching profil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Ordre profils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